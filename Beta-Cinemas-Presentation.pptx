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D63A443-4DEE-4357-94D6-933CFBC6708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AB6A2F-EF74-490F-AB67-6340CC8189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60F96D-4FFA-4427-9922-7E5EBC2E56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D56766-836C-4E0D-A458-39E4A4CD01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237995-6AD7-470B-8152-5E22AE17B0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55C911-AB4F-4B1C-92CE-207DE3E017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6DD724-924B-4E22-A7E3-1C53985AD7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github.com/AsakiYuki/web2064-fa2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PROJECT     01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85800" y="1234440"/>
            <a:ext cx="6400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PROJECT · WEBSITE ĐẶT VÉ XEM PHIM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640080" y="1645920"/>
            <a:ext cx="88693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-99" strike="noStrike">
                <a:solidFill>
                  <a:srgbClr val="171923"/>
                </a:solidFill>
                <a:effectLst/>
                <a:uFillTx/>
                <a:latin typeface="Arial"/>
              </a:rPr>
              <a:t>Beta Cinemas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-99" strike="noStrike">
                <a:solidFill>
                  <a:srgbClr val="171923"/>
                </a:solidFill>
                <a:effectLst/>
                <a:uFillTx/>
                <a:latin typeface="Arial"/>
              </a:rPr>
              <a:t>Đặt vé gọn. Đi xem vui.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685800" y="3337560"/>
            <a:ext cx="7772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555B67"/>
                </a:solidFill>
                <a:effectLst/>
                <a:uFillTx/>
                <a:latin typeface="Arial"/>
              </a:rPr>
              <a:t>Hệ thống đặt vé xem phim trực tuyến hiện đại (12 trang MPA), tối ưu trải nghiệm trên Mobile &amp; Desktop, tích hợp REST API và Vercel Serverless.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685800" y="4617720"/>
            <a:ext cx="27000" cy="91404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831960" y="461772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VẤN ĐỀ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9"/>
          <p:cNvSpPr/>
          <p:nvPr/>
        </p:nvSpPr>
        <p:spPr>
          <a:xfrm>
            <a:off x="831960" y="4910400"/>
            <a:ext cx="329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Tra cứu, chọn suất và đặt vé còn rời rạc; thiếu tính minh bạch về giá vé &amp; ưu đãi.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0"/>
          <p:cNvSpPr/>
          <p:nvPr/>
        </p:nvSpPr>
        <p:spPr>
          <a:xfrm>
            <a:off x="4389120" y="4617720"/>
            <a:ext cx="27000" cy="91404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1"/>
          <p:cNvSpPr/>
          <p:nvPr/>
        </p:nvSpPr>
        <p:spPr>
          <a:xfrm>
            <a:off x="4535280" y="461772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ĐỐI TƯỢNG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2"/>
          <p:cNvSpPr/>
          <p:nvPr/>
        </p:nvSpPr>
        <p:spPr>
          <a:xfrm>
            <a:off x="4535280" y="4910400"/>
            <a:ext cx="329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Khán giả xem phim · nhân viên quản lý &amp; soát vé rạp.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8092440" y="4617720"/>
            <a:ext cx="27000" cy="91404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4"/>
          <p:cNvSpPr/>
          <p:nvPr/>
        </p:nvSpPr>
        <p:spPr>
          <a:xfrm>
            <a:off x="8238600" y="461772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NHÓM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8238600" y="4910400"/>
            <a:ext cx="329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Nguyễn Văn Trọng · Vũ Tiến Lập · Phạm Anh Duy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CHỨC NĂNG CHÍNH     02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02 · CHỨC NĂNG CHÍNH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Hệ thống 12 trang MPA hoàn chỉnh từ khám phá đến quản trị.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594360" y="24688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777240" y="26244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8"/>
          <p:cNvSpPr/>
          <p:nvPr/>
        </p:nvSpPr>
        <p:spPr>
          <a:xfrm>
            <a:off x="777240" y="29444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Khám phá &amp; Trailer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777240" y="32918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Phim đang chiếu, sắp chiếu, xem trailer YouTube trực tiếp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0"/>
          <p:cNvSpPr/>
          <p:nvPr/>
        </p:nvSpPr>
        <p:spPr>
          <a:xfrm>
            <a:off x="4325040" y="24688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4507920" y="26244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2"/>
          <p:cNvSpPr/>
          <p:nvPr/>
        </p:nvSpPr>
        <p:spPr>
          <a:xfrm>
            <a:off x="4507920" y="29444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Tìm kiếm &amp; Lọc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3"/>
          <p:cNvSpPr/>
          <p:nvPr/>
        </p:nvSpPr>
        <p:spPr>
          <a:xfrm>
            <a:off x="4507920" y="32918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Tìm theo tên, thể loại, định dạng 2D/3D, độ tuổi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4"/>
          <p:cNvSpPr/>
          <p:nvPr/>
        </p:nvSpPr>
        <p:spPr>
          <a:xfrm>
            <a:off x="8055720" y="24688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5"/>
          <p:cNvSpPr/>
          <p:nvPr/>
        </p:nvSpPr>
        <p:spPr>
          <a:xfrm>
            <a:off x="8238600" y="26244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6"/>
          <p:cNvSpPr/>
          <p:nvPr/>
        </p:nvSpPr>
        <p:spPr>
          <a:xfrm>
            <a:off x="8238600" y="29444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Lịch chiếu theo rạp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7"/>
          <p:cNvSpPr/>
          <p:nvPr/>
        </p:nvSpPr>
        <p:spPr>
          <a:xfrm>
            <a:off x="8238600" y="32918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10 cụm rạp Beta toàn quốc, chọn ngày và suất chiếu linh hoạt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8"/>
          <p:cNvSpPr/>
          <p:nvPr/>
        </p:nvSpPr>
        <p:spPr>
          <a:xfrm>
            <a:off x="594360" y="39502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9"/>
          <p:cNvSpPr/>
          <p:nvPr/>
        </p:nvSpPr>
        <p:spPr>
          <a:xfrm>
            <a:off x="777240" y="41058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0"/>
          <p:cNvSpPr/>
          <p:nvPr/>
        </p:nvSpPr>
        <p:spPr>
          <a:xfrm>
            <a:off x="777240" y="44258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Sơ đồ ghế 164 chỗ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1"/>
          <p:cNvSpPr/>
          <p:nvPr/>
        </p:nvSpPr>
        <p:spPr>
          <a:xfrm>
            <a:off x="777240" y="47732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12 hàng ghế A-M, Standard/VIP/Sweetbox; giữ ghế 5 phút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2"/>
          <p:cNvSpPr/>
          <p:nvPr/>
        </p:nvSpPr>
        <p:spPr>
          <a:xfrm>
            <a:off x="4325040" y="39502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3"/>
          <p:cNvSpPr/>
          <p:nvPr/>
        </p:nvSpPr>
        <p:spPr>
          <a:xfrm>
            <a:off x="4507920" y="41058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4"/>
          <p:cNvSpPr/>
          <p:nvPr/>
        </p:nvSpPr>
        <p:spPr>
          <a:xfrm>
            <a:off x="4507920" y="44258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Combo &amp; Voucher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5"/>
          <p:cNvSpPr/>
          <p:nvPr/>
        </p:nvSpPr>
        <p:spPr>
          <a:xfrm>
            <a:off x="4507920" y="47732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Chọn bắp nước, áp mã giảm giá (BETA10/50), tự tính tổng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6"/>
          <p:cNvSpPr/>
          <p:nvPr/>
        </p:nvSpPr>
        <p:spPr>
          <a:xfrm>
            <a:off x="8055720" y="39502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7"/>
          <p:cNvSpPr/>
          <p:nvPr/>
        </p:nvSpPr>
        <p:spPr>
          <a:xfrm>
            <a:off x="8238600" y="410580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8"/>
          <p:cNvSpPr/>
          <p:nvPr/>
        </p:nvSpPr>
        <p:spPr>
          <a:xfrm>
            <a:off x="8238600" y="442584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Thanh toán &amp; Vé QR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9"/>
          <p:cNvSpPr/>
          <p:nvPr/>
        </p:nvSpPr>
        <p:spPr>
          <a:xfrm>
            <a:off x="8238600" y="47732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Thanh toán mô phỏng VNPAY/MoMo, tạo vé QR Code check-in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30"/>
          <p:cNvSpPr/>
          <p:nvPr/>
        </p:nvSpPr>
        <p:spPr>
          <a:xfrm>
            <a:off x="594360" y="54316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777240" y="558684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2"/>
          <p:cNvSpPr/>
          <p:nvPr/>
        </p:nvSpPr>
        <p:spPr>
          <a:xfrm>
            <a:off x="777240" y="590688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Bảng giá &amp; Tin tức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33"/>
          <p:cNvSpPr/>
          <p:nvPr/>
        </p:nvSpPr>
        <p:spPr>
          <a:xfrm>
            <a:off x="777240" y="62546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Bảng giá vé theo rạp/ngày/ghế, chuyên trang tin tức &amp; ưu đãi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34"/>
          <p:cNvSpPr/>
          <p:nvPr/>
        </p:nvSpPr>
        <p:spPr>
          <a:xfrm>
            <a:off x="4325040" y="54316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5"/>
          <p:cNvSpPr/>
          <p:nvPr/>
        </p:nvSpPr>
        <p:spPr>
          <a:xfrm>
            <a:off x="4507920" y="558684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36"/>
          <p:cNvSpPr/>
          <p:nvPr/>
        </p:nvSpPr>
        <p:spPr>
          <a:xfrm>
            <a:off x="4507920" y="590688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Tài khoản &amp; Hồ sơ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7"/>
          <p:cNvSpPr/>
          <p:nvPr/>
        </p:nvSpPr>
        <p:spPr>
          <a:xfrm>
            <a:off x="4507920" y="62546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Hồ sơ VIP, tích lũy điểm thưởng, lưu và xem lại vé QR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8"/>
          <p:cNvSpPr/>
          <p:nvPr/>
        </p:nvSpPr>
        <p:spPr>
          <a:xfrm>
            <a:off x="8055720" y="5431680"/>
            <a:ext cx="3492720" cy="129816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9"/>
          <p:cNvSpPr/>
          <p:nvPr/>
        </p:nvSpPr>
        <p:spPr>
          <a:xfrm>
            <a:off x="8238600" y="5586840"/>
            <a:ext cx="365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40"/>
          <p:cNvSpPr/>
          <p:nvPr/>
        </p:nvSpPr>
        <p:spPr>
          <a:xfrm>
            <a:off x="8238600" y="5906880"/>
            <a:ext cx="3062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Cổng Quản Trị (Admin)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1"/>
          <p:cNvSpPr/>
          <p:nvPr/>
        </p:nvSpPr>
        <p:spPr>
          <a:xfrm>
            <a:off x="8238600" y="6254640"/>
            <a:ext cx="3062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Auth Gate bảo mật, Dashboard KPI doanh thu, Full CRUD dữ liệu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MVP     03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03 · MVP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Hoàn thành 100% chức năng MVP, tích hợp Backend &amp; kiểm thử tự động.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6"/>
          <p:cNvSpPr/>
          <p:nvPr/>
        </p:nvSpPr>
        <p:spPr>
          <a:xfrm>
            <a:off x="594360" y="2423160"/>
            <a:ext cx="5348880" cy="32457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813960" y="2624400"/>
            <a:ext cx="491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ĐÃ HOÀN THÀNH (12 TRANG MPA &amp; TÍNH NĂNG)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83196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9"/>
          <p:cNvSpPr/>
          <p:nvPr/>
        </p:nvSpPr>
        <p:spPr>
          <a:xfrm>
            <a:off x="1115640" y="30906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Khám phá, tìm kiếm, lọc phim, trailer YouTube modal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0"/>
          <p:cNvSpPr/>
          <p:nvPr/>
        </p:nvSpPr>
        <p:spPr>
          <a:xfrm>
            <a:off x="831960" y="35388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1115640" y="35388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Lịch chiếu 10 rạp, sơ đồ 164 ghế A-M, giữ ghế 5 phút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2"/>
          <p:cNvSpPr/>
          <p:nvPr/>
        </p:nvSpPr>
        <p:spPr>
          <a:xfrm>
            <a:off x="831960" y="39866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3"/>
          <p:cNvSpPr/>
          <p:nvPr/>
        </p:nvSpPr>
        <p:spPr>
          <a:xfrm>
            <a:off x="1115640" y="39866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Bắp nước, mã giảm giá voucher, thanh toán mô phỏng, vé QR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831960" y="44348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5"/>
          <p:cNvSpPr/>
          <p:nvPr/>
        </p:nvSpPr>
        <p:spPr>
          <a:xfrm>
            <a:off x="1115640" y="44348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Bảng giá vé theo rạp/ngày/ghế, trang tin tức &amp; ưu đãi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6"/>
          <p:cNvSpPr/>
          <p:nvPr/>
        </p:nvSpPr>
        <p:spPr>
          <a:xfrm>
            <a:off x="831960" y="48830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7"/>
          <p:cNvSpPr/>
          <p:nvPr/>
        </p:nvSpPr>
        <p:spPr>
          <a:xfrm>
            <a:off x="1115640" y="48830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Cổng Admin: Auth Gate bảo mật, Dashboard KPI, Full CRUD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8"/>
          <p:cNvSpPr/>
          <p:nvPr/>
        </p:nvSpPr>
        <p:spPr>
          <a:xfrm>
            <a:off x="6236280" y="2423160"/>
            <a:ext cx="5348880" cy="32457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9"/>
          <p:cNvSpPr/>
          <p:nvPr/>
        </p:nvSpPr>
        <p:spPr>
          <a:xfrm>
            <a:off x="6455520" y="2624400"/>
            <a:ext cx="491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BACKEND, DEPLOYMENT &amp; KIỂM THỬ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0"/>
          <p:cNvSpPr/>
          <p:nvPr/>
        </p:nvSpPr>
        <p:spPr>
          <a:xfrm>
            <a:off x="647388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1"/>
          <p:cNvSpPr/>
          <p:nvPr/>
        </p:nvSpPr>
        <p:spPr>
          <a:xfrm>
            <a:off x="6757560" y="30906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json-server-auth: Đăng ký, Đăng nhập (email/SĐT), cấp JWT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2"/>
          <p:cNvSpPr/>
          <p:nvPr/>
        </p:nvSpPr>
        <p:spPr>
          <a:xfrm>
            <a:off x="6473880" y="360288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3"/>
          <p:cNvSpPr/>
          <p:nvPr/>
        </p:nvSpPr>
        <p:spPr>
          <a:xfrm>
            <a:off x="6757560" y="360288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Bun Runtime &amp; Vite MPA: Tối ưu build 500ms, hỗ trợ Vercel Serverless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4"/>
          <p:cNvSpPr/>
          <p:nvPr/>
        </p:nvSpPr>
        <p:spPr>
          <a:xfrm>
            <a:off x="6473880" y="41148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5"/>
          <p:cNvSpPr/>
          <p:nvPr/>
        </p:nvSpPr>
        <p:spPr>
          <a:xfrm>
            <a:off x="6757560" y="411480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Kiểm thử toàn diện: Bộ test tự động 28/28 use case đạt 100% PASS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6"/>
          <p:cNvSpPr/>
          <p:nvPr/>
        </p:nvSpPr>
        <p:spPr>
          <a:xfrm>
            <a:off x="6473880" y="46267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7"/>
          <p:cNvSpPr/>
          <p:nvPr/>
        </p:nvSpPr>
        <p:spPr>
          <a:xfrm>
            <a:off x="6757560" y="462672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Hệ thống xử lý lỗi: Tự động điều hướng và hiển thị trang 404 &amp; Error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8"/>
          <p:cNvSpPr/>
          <p:nvPr/>
        </p:nvSpPr>
        <p:spPr>
          <a:xfrm>
            <a:off x="658440" y="5870520"/>
            <a:ext cx="10881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Hệ thống hoàn thành 100% tiến độ, chuẩn kiến trúc MPA, sẵn sàng demo và đưa vào sử dụng.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SOLUTION     04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04 · SOLUTION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Kiến trúc hiện đại kết hợp Vite MPA, Bun Runtime, REST API và Vercel.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6"/>
          <p:cNvSpPr/>
          <p:nvPr/>
        </p:nvSpPr>
        <p:spPr>
          <a:xfrm>
            <a:off x="685800" y="25146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813960" y="264276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HTML5 / SCSS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8"/>
          <p:cNvSpPr/>
          <p:nvPr/>
        </p:nvSpPr>
        <p:spPr>
          <a:xfrm>
            <a:off x="813960" y="29534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Giao diện 12 trang (MPA), SCSS module hóa, responsive Mobile/PC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9"/>
          <p:cNvSpPr/>
          <p:nvPr/>
        </p:nvSpPr>
        <p:spPr>
          <a:xfrm>
            <a:off x="2770560" y="25146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898720" y="264276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Vanilla JS &amp; Bun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898720" y="29534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Xử lý luồng đặt vé không phụ thuộc framework cồng kềnh, chạy trên Bun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685800" y="35388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813960" y="366660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json-server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813960" y="39776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REST API CRUD: phim, lịch chiếu, combo, đơn vé, tin tức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5"/>
          <p:cNvSpPr/>
          <p:nvPr/>
        </p:nvSpPr>
        <p:spPr>
          <a:xfrm>
            <a:off x="2770560" y="35388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6"/>
          <p:cNvSpPr/>
          <p:nvPr/>
        </p:nvSpPr>
        <p:spPr>
          <a:xfrm>
            <a:off x="2898720" y="366660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json-server-auth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2898720" y="39776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Auth JWT token, mã hóa bcrypt, đăng nhập Email/SĐT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0"/>
          <p:cNvSpPr/>
          <p:nvPr/>
        </p:nvSpPr>
        <p:spPr>
          <a:xfrm>
            <a:off x="5074920" y="254196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MODULES &amp; PAGES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1"/>
          <p:cNvSpPr/>
          <p:nvPr/>
        </p:nvSpPr>
        <p:spPr>
          <a:xfrm>
            <a:off x="5074920" y="2807280"/>
            <a:ext cx="62632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Home · movies · movie-detail · schedule · booking · checkout · profile · pricing · news · admin · 404 · error (12 trang)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2"/>
          <p:cNvSpPr/>
          <p:nvPr/>
        </p:nvSpPr>
        <p:spPr>
          <a:xfrm>
            <a:off x="5074920" y="33922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3"/>
          <p:cNvSpPr/>
          <p:nvPr/>
        </p:nvSpPr>
        <p:spPr>
          <a:xfrm>
            <a:off x="5074920" y="357516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DATABASE (DB.JSON TẬP TRUNG)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4"/>
          <p:cNvSpPr/>
          <p:nvPr/>
        </p:nvSpPr>
        <p:spPr>
          <a:xfrm>
            <a:off x="5074920" y="3840480"/>
            <a:ext cx="62632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movies (11 phim) · cinemas (10 rạp) · showtimes · concessions · bookings · promotions · pricing · users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5"/>
          <p:cNvSpPr/>
          <p:nvPr/>
        </p:nvSpPr>
        <p:spPr>
          <a:xfrm>
            <a:off x="5074920" y="44254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6"/>
          <p:cNvSpPr/>
          <p:nvPr/>
        </p:nvSpPr>
        <p:spPr>
          <a:xfrm>
            <a:off x="5074920" y="460872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E51D2A"/>
                </a:solidFill>
                <a:effectLst/>
                <a:uFillTx/>
                <a:latin typeface="Arial"/>
              </a:rPr>
              <a:t>LOGIN / ADMIN &amp; DEPLOYMENT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7"/>
          <p:cNvSpPr/>
          <p:nvPr/>
        </p:nvSpPr>
        <p:spPr>
          <a:xfrm>
            <a:off x="5074920" y="4873680"/>
            <a:ext cx="626328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Admin Security Gateway, Dashboard KPI doanh thu, Full CRUD quản lý &amp; soát vé QR. Hỗ trợ Bun và Vercel Serverless.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8"/>
          <p:cNvSpPr/>
          <p:nvPr/>
        </p:nvSpPr>
        <p:spPr>
          <a:xfrm>
            <a:off x="5074920" y="5458680"/>
            <a:ext cx="6126480" cy="360"/>
          </a:xfrm>
          <a:prstGeom prst="line">
            <a:avLst/>
          </a:prstGeom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DEMO     05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05 · DEMO · HAPPY PATH 3–5 PHÚT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Khách đặt vé → Nhận vé QR → Admin kiểm tra &amp; soát vé.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6"/>
          <p:cNvSpPr/>
          <p:nvPr/>
        </p:nvSpPr>
        <p:spPr>
          <a:xfrm>
            <a:off x="685800" y="251460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7"/>
          <p:cNvSpPr/>
          <p:nvPr/>
        </p:nvSpPr>
        <p:spPr>
          <a:xfrm>
            <a:off x="914400" y="267912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8"/>
          <p:cNvSpPr/>
          <p:nvPr/>
        </p:nvSpPr>
        <p:spPr>
          <a:xfrm>
            <a:off x="1508760" y="265176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Duyệt phim đang chiếu, xem trailer và chọn suất chiếu tại rạp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9"/>
          <p:cNvSpPr/>
          <p:nvPr/>
        </p:nvSpPr>
        <p:spPr>
          <a:xfrm>
            <a:off x="685800" y="322776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0"/>
          <p:cNvSpPr/>
          <p:nvPr/>
        </p:nvSpPr>
        <p:spPr>
          <a:xfrm>
            <a:off x="914400" y="33922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1"/>
          <p:cNvSpPr/>
          <p:nvPr/>
        </p:nvSpPr>
        <p:spPr>
          <a:xfrm>
            <a:off x="1508760" y="336492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Chọn ghế 164 chỗ (Standard/VIP/Sweetbox); kích hoạt giữ ghế 5 phút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2"/>
          <p:cNvSpPr/>
          <p:nvPr/>
        </p:nvSpPr>
        <p:spPr>
          <a:xfrm>
            <a:off x="685800" y="394092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914400" y="41058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4"/>
          <p:cNvSpPr/>
          <p:nvPr/>
        </p:nvSpPr>
        <p:spPr>
          <a:xfrm>
            <a:off x="1508760" y="407808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Chọn combo bắp nước, nhập mã voucher giảm giá; tự tính lại tổng tiền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5"/>
          <p:cNvSpPr/>
          <p:nvPr/>
        </p:nvSpPr>
        <p:spPr>
          <a:xfrm>
            <a:off x="685800" y="465444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6"/>
          <p:cNvSpPr/>
          <p:nvPr/>
        </p:nvSpPr>
        <p:spPr>
          <a:xfrm>
            <a:off x="914400" y="481896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7"/>
          <p:cNvSpPr/>
          <p:nvPr/>
        </p:nvSpPr>
        <p:spPr>
          <a:xfrm>
            <a:off x="1508760" y="479160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Xác nhận thanh toán mô phỏng, xuất vé điện tử QR Code check-in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8"/>
          <p:cNvSpPr/>
          <p:nvPr/>
        </p:nvSpPr>
        <p:spPr>
          <a:xfrm>
            <a:off x="8001000" y="2788920"/>
            <a:ext cx="3108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900" b="1" u="none" spc="-201" strike="noStrike">
                <a:solidFill>
                  <a:srgbClr val="E51D2A"/>
                </a:solidFill>
                <a:effectLst/>
                <a:uFillTx/>
                <a:latin typeface="Arial"/>
              </a:rPr>
              <a:t>3–5</a:t>
            </a:r>
            <a:endParaRPr lang="en-US" sz="5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9"/>
          <p:cNvSpPr/>
          <p:nvPr/>
        </p:nvSpPr>
        <p:spPr>
          <a:xfrm>
            <a:off x="10241280" y="3493080"/>
            <a:ext cx="914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171923"/>
                </a:solidFill>
                <a:effectLst/>
                <a:uFillTx/>
                <a:latin typeface="Arial"/>
              </a:rPr>
              <a:t>PHÚT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0"/>
          <p:cNvSpPr/>
          <p:nvPr/>
        </p:nvSpPr>
        <p:spPr>
          <a:xfrm>
            <a:off x="8046720" y="4114800"/>
            <a:ext cx="33829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Mở rộng: Tra cứu bảng giá vé (/pricing), xem tin tức ưu đãi (/news), đăng nhập Cổng Admin (/admin) bằng tài khoản admin để xem KPI Doanh thu và soát vé QR vừa tạo.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E51D2A"/>
          </a:solidFill>
          <a:ln w="12600">
            <a:solidFill>
              <a:srgbClr val="E51D2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E51D2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747985"/>
                </a:solidFill>
                <a:effectLst/>
                <a:uFillTx/>
                <a:latin typeface="Arial"/>
              </a:rPr>
              <a:t>TEAM &amp; GIT     06 /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99999"/>
                </a:solidFill>
                <a:effectLst/>
                <a:uFillTx/>
                <a:latin typeface="Arial"/>
              </a:rPr>
              <a:t>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E51D2A"/>
                </a:solidFill>
                <a:effectLst/>
                <a:uFillTx/>
                <a:latin typeface="Arial"/>
              </a:rPr>
              <a:t>06 · TEAM &amp; GIT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171923"/>
                </a:solidFill>
                <a:effectLst/>
                <a:uFillTx/>
                <a:latin typeface="Arial"/>
              </a:rPr>
              <a:t>Phối hợp hiệu quả theo module, hoàn thành 100% backlog.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594360" y="2423160"/>
            <a:ext cx="5531760" cy="338292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813960" y="2624400"/>
            <a:ext cx="509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THÀNH VIÊN &amp; ĐÓNG GÓP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83196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1115640" y="3090600"/>
            <a:ext cx="4754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Nguyễn Văn Trọng — Lead Architecture, UI chính, phim/lịch/ghế, JSON-Server API, Bun runtime, Vercel Serverless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831960" y="38221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1"/>
          <p:cNvSpPr/>
          <p:nvPr/>
        </p:nvSpPr>
        <p:spPr>
          <a:xfrm>
            <a:off x="1115640" y="3822120"/>
            <a:ext cx="4754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Vũ Tiến Lập — Checkout, combo bắp nước, bảng giá vé (pricing), tin tức (news), Admin Portal, test suite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831960" y="45536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1115640" y="4553640"/>
            <a:ext cx="4754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Phạm Anh Duy — Voucher giảm giá, booking flow, sơ đồ 164 ghế, thanh toán mô phỏng, vé QR, auth (JWT)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4"/>
          <p:cNvSpPr/>
          <p:nvPr/>
        </p:nvSpPr>
        <p:spPr>
          <a:xfrm>
            <a:off x="914400" y="5166360"/>
            <a:ext cx="15541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747985"/>
                </a:solidFill>
                <a:effectLst/>
                <a:uFillTx/>
                <a:latin typeface="Arial"/>
              </a:rPr>
              <a:t>GitHub repository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914400" y="5413320"/>
            <a:ext cx="4754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sng" strike="noStrike">
                <a:solidFill>
                  <a:srgbClr val="E51D2A"/>
                </a:solidFill>
                <a:effectLst/>
                <a:uFillTx/>
                <a:latin typeface="Arial"/>
                <a:hlinkClick r:id="rId1"/>
              </a:rPr>
              <a:t>github.com/AsakiYuki/web2064-fa26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6"/>
          <p:cNvSpPr/>
          <p:nvPr/>
        </p:nvSpPr>
        <p:spPr>
          <a:xfrm>
            <a:off x="6355080" y="2423160"/>
            <a:ext cx="5230080" cy="338292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600">
            <a:solidFill>
              <a:srgbClr val="E8E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6574680" y="2624400"/>
            <a:ext cx="479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171923"/>
                </a:solidFill>
                <a:effectLst/>
                <a:uFillTx/>
                <a:latin typeface="Arial"/>
              </a:rPr>
              <a:t>KHÓ KHĂN &amp; KẾT QUẢ ĐẠT ĐƯỢC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8"/>
          <p:cNvSpPr/>
          <p:nvPr/>
        </p:nvSpPr>
        <p:spPr>
          <a:xfrm>
            <a:off x="659268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6876360" y="3090600"/>
            <a:ext cx="44528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Khó khăn: Đồng bộ trạng thái real-time giữa REST API json-server, cache client và môi trường Serverless trên Vercel.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0"/>
          <p:cNvSpPr/>
          <p:nvPr/>
        </p:nvSpPr>
        <p:spPr>
          <a:xfrm>
            <a:off x="6592680" y="38221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1"/>
          <p:cNvSpPr/>
          <p:nvPr/>
        </p:nvSpPr>
        <p:spPr>
          <a:xfrm>
            <a:off x="6876360" y="3822120"/>
            <a:ext cx="44528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Cách xử lý: Xây dựng module api.js kết hợp storage.js, cơ chế clone database tạm (/tmp) cho Vercel, cấp JWT Bearer Token.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2"/>
          <p:cNvSpPr/>
          <p:nvPr/>
        </p:nvSpPr>
        <p:spPr>
          <a:xfrm>
            <a:off x="6592680" y="45536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51D2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3"/>
          <p:cNvSpPr/>
          <p:nvPr/>
        </p:nvSpPr>
        <p:spPr>
          <a:xfrm>
            <a:off x="6876360" y="4553640"/>
            <a:ext cx="445284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71923"/>
                </a:solidFill>
                <a:effectLst/>
                <a:uFillTx/>
                <a:latin typeface="Arial"/>
              </a:rPr>
              <a:t>Kết quả: Hoàn thành 100% backlog (12 trang MPA), vượt qua 28/28 use case tests, hỗ trợ chạy mượt cả Local và Cloud.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LibreOffice/26.2.1.2$Linux_X86_64 LibreOffice_project/620$Build-2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2026-10-01T12:08:08Z</dcterms:created>
  <dc:creator>WEB2064</dc:creator>
  <dc:description/>
  <dc:language>en-US</dc:language>
  <cp:lastModifiedBy/>
  <dcterms:modified xsi:type="dcterms:W3CDTF">2026-10-02T09:16:39Z</dcterms:modified>
  <cp:revision>2</cp:revision>
  <dc:subject>Website đặt vé xem phim</dc:subject>
  <dc:title>Beta Cinemas — Thuyết trình dự án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On-screen Show (16:9)</vt:lpwstr>
  </property>
  <property fmtid="{D5CDD505-2E9C-101B-9397-08002B2CF9AE}" pid="4" name="Slides">
    <vt:r8>6</vt:r8>
  </property>
</Properties>
</file>