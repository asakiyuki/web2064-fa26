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3FF95C1-8486-4943-9249-9B69D357048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43F715-51F7-4C1B-B1FF-A1A9943715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5FC590-F98B-4B87-BA41-F5429F9172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F6A12F-F561-457E-991F-B88194512A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18CD3C-7993-4754-937C-96379454B4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D51D67-1925-4C32-BCE6-82AE9666F8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664104-47E5-4326-BA65-48A6EADF76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AsakiYuki/web2064-fa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PROJECT     01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85800" y="1234440"/>
            <a:ext cx="6400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01 · PROJECT · HỆ THỐNG BETA CINEMAS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645920"/>
            <a:ext cx="8869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Beta Cinemas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Đặt vé gọn. Đi xem vui.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85800" y="3337560"/>
            <a:ext cx="7772040" cy="64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55B67"/>
                </a:solidFill>
                <a:effectLst/>
                <a:uFillTx/>
                <a:latin typeface="Arial"/>
              </a:rPr>
              <a:t>Hệ thống website đặt vé xem phim trực tuyến hiện đại (14 trang MPA), tối ưu trải nghiệm trên Mobile &amp; Desktop, tích hợp REST API và triển khai trên Vercel.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85800" y="4617720"/>
            <a:ext cx="27000" cy="144000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83196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VẤN ĐỀ GIẢI QUYẾT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831960" y="4860000"/>
            <a:ext cx="3291480" cy="129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Khán giả gặp bất tiện khi tra cứu lịch, rạp &amp; chọn ghế phân tán; quy trình thanh toán phức tạp; thiếu minh bạch về giá vé, khuyến mãi và quyền lợi thành viên.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4389120" y="4617720"/>
            <a:ext cx="27000" cy="144000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453528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ĐỐI TƯỢNG SỬ DỤNG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535280" y="4860000"/>
            <a:ext cx="3291480" cy="129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Khán giả xem phim: Học sinh, sinh viên, đại chúng cần trải nghiệm đặt vé nhanh chóng, tiện lợi.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Nhân viên &amp; Quản trị rạp: Soát vé QR check-in tại quầy, quản lý đơn vé và giám sát KPI doanh thu.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092440" y="4617720"/>
            <a:ext cx="27000" cy="144000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823860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THÀNH VIÊN &amp; VAI TRÒ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8238600" y="4860000"/>
            <a:ext cx="3291480" cy="129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Nguyễn Văn Trọng: Leader &amp; Architect (Core UI, Router, REST API, Bun/Vercel)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Vũ Tiến Lập: Frontend &amp; QA Lead (Checkout, Bắp nước, Cụm rạp, Test 56/56)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Phạm Anh Duy: Feature Integrator (Ghế &amp; Timer 5p, Voucher, Member 3D, Admin QR)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CHỨC NĂNG CHÍNH     02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02 · CHỨC NĂNG CHÍNH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Hệ thống 14 trang MPA tập trung vào các chức năng cốt lõi nhóm đã xây dựng.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Card 01"/>
          <p:cNvSpPr/>
          <p:nvPr/>
        </p:nvSpPr>
        <p:spPr>
          <a:xfrm>
            <a:off x="59436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Num 01"/>
          <p:cNvSpPr/>
          <p:nvPr/>
        </p:nvSpPr>
        <p:spPr>
          <a:xfrm>
            <a:off x="77724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itle 01"/>
          <p:cNvSpPr/>
          <p:nvPr/>
        </p:nvSpPr>
        <p:spPr>
          <a:xfrm>
            <a:off x="77724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 &amp; Trailer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Desc 01"/>
          <p:cNvSpPr/>
          <p:nvPr/>
        </p:nvSpPr>
        <p:spPr>
          <a:xfrm>
            <a:off x="77724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Duyệt danh sách phim Đang chiếu &amp; Sắp chiếu; bộ lọc tìm kiếm theo thể loại, định dạng 2D/3D; xem trailer YouTube trực tiếp trong modal.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ard 02"/>
          <p:cNvSpPr/>
          <p:nvPr/>
        </p:nvSpPr>
        <p:spPr>
          <a:xfrm>
            <a:off x="432504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Num 02"/>
          <p:cNvSpPr/>
          <p:nvPr/>
        </p:nvSpPr>
        <p:spPr>
          <a:xfrm>
            <a:off x="450792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itle 02"/>
          <p:cNvSpPr/>
          <p:nvPr/>
        </p:nvSpPr>
        <p:spPr>
          <a:xfrm>
            <a:off x="450792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Lịch chiếu &amp; 10 Cụm rạp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Desc 02"/>
          <p:cNvSpPr/>
          <p:nvPr/>
        </p:nvSpPr>
        <p:spPr>
          <a:xfrm>
            <a:off x="450792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 cứu suất chiếu theo ngày và 10 cụm rạp Beta toàn quốc; lọc nhanh theo định dạng phòng chiếu (2D Lồng tiếng/Phụ đề) theo thời gian thực.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Card 03"/>
          <p:cNvSpPr/>
          <p:nvPr/>
        </p:nvSpPr>
        <p:spPr>
          <a:xfrm>
            <a:off x="805572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Num 03"/>
          <p:cNvSpPr/>
          <p:nvPr/>
        </p:nvSpPr>
        <p:spPr>
          <a:xfrm>
            <a:off x="823860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itle 03"/>
          <p:cNvSpPr/>
          <p:nvPr/>
        </p:nvSpPr>
        <p:spPr>
          <a:xfrm>
            <a:off x="823860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ghế 164 chỗ &amp; Giữ ghế 5 phút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Desc 03"/>
          <p:cNvSpPr/>
          <p:nvPr/>
        </p:nvSpPr>
        <p:spPr>
          <a:xfrm>
            <a:off x="823860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12 hàng A-M phân loại Standard, VIP, Sweetbox đôi; tự động kích hoạt đồng hồ đếm ngược giữ ghế 5 phút chống đặt trùng ghế.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ard 04"/>
          <p:cNvSpPr/>
          <p:nvPr/>
        </p:nvSpPr>
        <p:spPr>
          <a:xfrm>
            <a:off x="59436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Num 04"/>
          <p:cNvSpPr/>
          <p:nvPr/>
        </p:nvSpPr>
        <p:spPr>
          <a:xfrm>
            <a:off x="77724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itle 04"/>
          <p:cNvSpPr/>
          <p:nvPr/>
        </p:nvSpPr>
        <p:spPr>
          <a:xfrm>
            <a:off x="77724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Combo Bắp nước &amp; Voucher ưu đãi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Desc 04"/>
          <p:cNvSpPr/>
          <p:nvPr/>
        </p:nvSpPr>
        <p:spPr>
          <a:xfrm>
            <a:off x="77724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combo bắp nước đi kèm; tự động kiểm tra điều kiện áp mã (BETA10, BETA50, SV20) và chiết khấu tổng tiền tức thì.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Card 05"/>
          <p:cNvSpPr/>
          <p:nvPr/>
        </p:nvSpPr>
        <p:spPr>
          <a:xfrm>
            <a:off x="432504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Num 05"/>
          <p:cNvSpPr/>
          <p:nvPr/>
        </p:nvSpPr>
        <p:spPr>
          <a:xfrm>
            <a:off x="450792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itle 05"/>
          <p:cNvSpPr/>
          <p:nvPr/>
        </p:nvSpPr>
        <p:spPr>
          <a:xfrm>
            <a:off x="450792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Thanh toán mô phỏng &amp; Xuất vé QR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Desc 05"/>
          <p:cNvSpPr/>
          <p:nvPr/>
        </p:nvSpPr>
        <p:spPr>
          <a:xfrm>
            <a:off x="450792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Quy trình thanh toán mô phỏng VNPAY/MoMo/Thẻ ngân hàng; tự động sinh vé điện tử có mã QR Code định danh duy nhất phục vụ check-in.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ard 06"/>
          <p:cNvSpPr/>
          <p:nvPr/>
        </p:nvSpPr>
        <p:spPr>
          <a:xfrm>
            <a:off x="805572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Num 06"/>
          <p:cNvSpPr/>
          <p:nvPr/>
        </p:nvSpPr>
        <p:spPr>
          <a:xfrm>
            <a:off x="823860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itle 06"/>
          <p:cNvSpPr/>
          <p:nvPr/>
        </p:nvSpPr>
        <p:spPr>
          <a:xfrm>
            <a:off x="823860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Trang Thành viên 3D &amp; Cổng Admin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Desc 06"/>
          <p:cNvSpPr/>
          <p:nvPr/>
        </p:nvSpPr>
        <p:spPr>
          <a:xfrm>
            <a:off x="823860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Thẻ hội viên hiệu ứng 3D Gyroscope/Tilt, theo dõi điểm thưởng, đổi voucher; Cổng Admin bảo mật Auth Gate, Dashboard KPI &amp; Soát vé QR.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MVP     03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03 · MVP (MINIMUM VIABLE PRODUCT)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Đánh giá phạm vi MVP: Yêu cầu cốt lõi, mức độ hoàn thiện và định hướng scope.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ard Must Have"/>
          <p:cNvSpPr/>
          <p:nvPr/>
        </p:nvSpPr>
        <p:spPr>
          <a:xfrm>
            <a:off x="594360" y="2448000"/>
            <a:ext cx="5348880" cy="1584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itle Must Have"/>
          <p:cNvSpPr/>
          <p:nvPr/>
        </p:nvSpPr>
        <p:spPr>
          <a:xfrm>
            <a:off x="813960" y="2574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1. MUST HAVE (YÊU CẦU CỐT LÕI)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Body Must Have"/>
          <p:cNvSpPr/>
          <p:nvPr/>
        </p:nvSpPr>
        <p:spPr>
          <a:xfrm>
            <a:off x="813960" y="2862000"/>
            <a:ext cx="4910040" cy="11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Luồng đặt vé khép kín: Chọn phim → suất chiếu → chọn ghế → bắp nước → thanh toán → nhận vé điện tử.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164 ghế trực quan, cơ chế giữ ghế chống đặt trùng thời gian thực.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Xuất vé mã QR Code động phục vụ xác thực check-in tại quầy rạp.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Quản lý tài khoản, tích lũy điểm thưởng và bảo vệ cổng quản trị Admin.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Card Completed"/>
          <p:cNvSpPr/>
          <p:nvPr/>
        </p:nvSpPr>
        <p:spPr>
          <a:xfrm>
            <a:off x="594360" y="4122000"/>
            <a:ext cx="5348880" cy="162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itle Completed"/>
          <p:cNvSpPr/>
          <p:nvPr/>
        </p:nvSpPr>
        <p:spPr>
          <a:xfrm>
            <a:off x="813960" y="4230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2. ĐÃ HOÀN THÀNH GÌ? (100% CAM KẾT)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Body Completed"/>
          <p:cNvSpPr/>
          <p:nvPr/>
        </p:nvSpPr>
        <p:spPr>
          <a:xfrm>
            <a:off x="813960" y="4518000"/>
            <a:ext cx="4910040" cy="11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Hoàn thiện 14/14 trang MPA: Home, Movies, Detail, Schedule, Cinemas, Pricing, News, Booking, Checkout, Member, Profile, Admin, 404, Error.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Cơ chế giữ ghế 5 phút tự động hủy; hệ thống voucher kiểm tra minOrder/maxCap.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Trang Thành Viên thẻ 3D interactive, đổi quà; Cổng Admin Dashboard &amp; Soát vé QR.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Bộ kiểm thử 56/56 automated use cases PASS 100%; build MPA nhanh ~744ms.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ard Pending"/>
          <p:cNvSpPr/>
          <p:nvPr/>
        </p:nvSpPr>
        <p:spPr>
          <a:xfrm>
            <a:off x="6236280" y="2448000"/>
            <a:ext cx="5348880" cy="1584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itle Pending"/>
          <p:cNvSpPr/>
          <p:nvPr/>
        </p:nvSpPr>
        <p:spPr>
          <a:xfrm>
            <a:off x="6455520" y="2574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3. CHƯA HOÀN THÀNH GÌ? (HẠN CHẾ DEMO)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Body Pending"/>
          <p:cNvSpPr/>
          <p:nvPr/>
        </p:nvSpPr>
        <p:spPr>
          <a:xfrm>
            <a:off x="6455520" y="2862000"/>
            <a:ext cx="4910040" cy="11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Cổng thanh toán trực tiếp ngân hàng thật: Hiện tại là mô phỏng do cần tư cách pháp nhân ký hợp đồng thương mại với VNPAY/MoMo thực tế.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Gửi vé tự động qua SMS Brandname / Zalo ZNS: Cần đăng ký tên định danh viễn thông và chi phí duy trì dịch vụ SMS gateway.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Đồng bộ phòng chiếu đa server: Sử dụng REST API tập trung, chưa phân tán microservices.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ard Scoped Out"/>
          <p:cNvSpPr/>
          <p:nvPr/>
        </p:nvSpPr>
        <p:spPr>
          <a:xfrm>
            <a:off x="6236280" y="4122000"/>
            <a:ext cx="5348880" cy="162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itle Scoped Out"/>
          <p:cNvSpPr/>
          <p:nvPr/>
        </p:nvSpPr>
        <p:spPr>
          <a:xfrm>
            <a:off x="6455520" y="4230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4. NHỮNG GÌ ĐÃ CẮT KHỎI SCOPE (TỐI ƯU MVP)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Body Scoped Out"/>
          <p:cNvSpPr/>
          <p:nvPr/>
        </p:nvSpPr>
        <p:spPr>
          <a:xfrm>
            <a:off x="6455520" y="4518000"/>
            <a:ext cx="4910040" cy="11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Đặt vé theo nhóm &amp; chia tiền (Split-bill): Cắt giảm để ưu tiên tối đa cho luồng cá nhân đặt vé nhanh, mượt mà và chống nghẽn thao tác.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Đặt trước dịch vụ xe đưa đón đến rạp: Cắt khỏi scope vì không thuộc nghiệp vụ cốt lõi của website rạp phim.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Mạng xã hội bình luận đa cấp: Thay thế bằng trailer YouTube và đánh giá trực quan để hệ thống vận hành nhẹ nhàng, tránh spam.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Footer MVP"/>
          <p:cNvSpPr/>
          <p:nvPr/>
        </p:nvSpPr>
        <p:spPr>
          <a:xfrm>
            <a:off x="658440" y="5870520"/>
            <a:ext cx="10881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Hệ thống hoàn thành 100% mục tiêu MVP cốt lõi, chuẩn kiến trúc MPA, sẵn sàng demo và đưa vào sử dụng.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SOLUTION     04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04 · SOLUTION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Kiến trúc hiện đại kết hợp Vite MPA, Bun Runtime, REST API và Vercel.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6"/>
          <p:cNvSpPr/>
          <p:nvPr/>
        </p:nvSpPr>
        <p:spPr>
          <a:xfrm>
            <a:off x="68580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7"/>
          <p:cNvSpPr/>
          <p:nvPr/>
        </p:nvSpPr>
        <p:spPr>
          <a:xfrm>
            <a:off x="81396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HTML5 / SCSS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8"/>
          <p:cNvSpPr/>
          <p:nvPr/>
        </p:nvSpPr>
        <p:spPr>
          <a:xfrm>
            <a:off x="81396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Giao diện 14 trang (MPA), SCSS module hóa, responsive chuẩn Mobile/PC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9"/>
          <p:cNvSpPr/>
          <p:nvPr/>
        </p:nvSpPr>
        <p:spPr>
          <a:xfrm>
            <a:off x="277056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0"/>
          <p:cNvSpPr/>
          <p:nvPr/>
        </p:nvSpPr>
        <p:spPr>
          <a:xfrm>
            <a:off x="289872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Vanilla JS &amp; Bun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1"/>
          <p:cNvSpPr/>
          <p:nvPr/>
        </p:nvSpPr>
        <p:spPr>
          <a:xfrm>
            <a:off x="289872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Logic thuần không phụ thuộc framework, xử lý luồng đặt vé cực mượt, runtime Bun siêu tốc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2"/>
          <p:cNvSpPr/>
          <p:nvPr/>
        </p:nvSpPr>
        <p:spPr>
          <a:xfrm>
            <a:off x="68580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3"/>
          <p:cNvSpPr/>
          <p:nvPr/>
        </p:nvSpPr>
        <p:spPr>
          <a:xfrm>
            <a:off x="81396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4"/>
          <p:cNvSpPr/>
          <p:nvPr/>
        </p:nvSpPr>
        <p:spPr>
          <a:xfrm>
            <a:off x="81396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REST API: movies, showtimes, cinemas, concessions, vouchers, bookings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5"/>
          <p:cNvSpPr/>
          <p:nvPr/>
        </p:nvSpPr>
        <p:spPr>
          <a:xfrm>
            <a:off x="277056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6"/>
          <p:cNvSpPr/>
          <p:nvPr/>
        </p:nvSpPr>
        <p:spPr>
          <a:xfrm>
            <a:off x="289872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json-server-auth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289872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Auth JWT token, mã hóa bcrypt, đăng nhập Email/SĐT, phân quyền User/Admin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0"/>
          <p:cNvSpPr/>
          <p:nvPr/>
        </p:nvSpPr>
        <p:spPr>
          <a:xfrm>
            <a:off x="5074920" y="25419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CÁC MODULE CHÍNH (14 TRANG MPA)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8"/>
          <p:cNvSpPr/>
          <p:nvPr/>
        </p:nvSpPr>
        <p:spPr>
          <a:xfrm>
            <a:off x="5074920" y="2807280"/>
            <a:ext cx="6263280" cy="648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Khách hàng: Home · movies · movie-detail · schedule · cinemas · pricing · news · booking · checkout · member · profile.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Quản trị &amp; Tiện ích: admin (Cổng quản lý &amp; Soát vé) · 404 (Not Found) · error (Error Handler).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2"/>
          <p:cNvSpPr/>
          <p:nvPr/>
        </p:nvSpPr>
        <p:spPr>
          <a:xfrm>
            <a:off x="5074920" y="33922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3"/>
          <p:cNvSpPr/>
          <p:nvPr/>
        </p:nvSpPr>
        <p:spPr>
          <a:xfrm>
            <a:off x="5074920" y="35751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DATA &amp; REST API CHÍNH (DB.JSON TẬP TRUNG)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0"/>
          <p:cNvSpPr/>
          <p:nvPr/>
        </p:nvSpPr>
        <p:spPr>
          <a:xfrm>
            <a:off x="5074920" y="3840480"/>
            <a:ext cx="6263280" cy="648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Thực thể: movies (11 phim) · cinemas (10 rạp) · showtimes · concessions · vouchers · bookings · users.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Endpoints: GET/POST/PATCH/DELETE kết hợp lớp api.js và storage.js đồng bộ client &amp; serverless.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5"/>
          <p:cNvSpPr/>
          <p:nvPr/>
        </p:nvSpPr>
        <p:spPr>
          <a:xfrm>
            <a:off x="5074920" y="44254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"/>
          <p:cNvSpPr/>
          <p:nvPr/>
        </p:nvSpPr>
        <p:spPr>
          <a:xfrm>
            <a:off x="5074920" y="460872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LOGIN &amp; ADMIN PORTAL (TRÌNH BÀY NGẮN)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2"/>
          <p:cNvSpPr/>
          <p:nvPr/>
        </p:nvSpPr>
        <p:spPr>
          <a:xfrm>
            <a:off x="5074920" y="4873680"/>
            <a:ext cx="6263280" cy="648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Phân quyền tài khoản (User / Admin) bảo vệ bởi Auth Gate và JWT Token an toàn.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Cổng Admin: Dashboard giám sát doanh thu &amp; đơn vé, công cụ Soát vé QR trực tiếp bằng camera/mã vé.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8"/>
          <p:cNvSpPr/>
          <p:nvPr/>
        </p:nvSpPr>
        <p:spPr>
          <a:xfrm>
            <a:off x="5074920" y="54586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DEMO     05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05 · DEMO · HAPPY PATH 3–5 PHÚT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Kịch bản demo tinh gọn, tập trung luồng đặt vé chính và minh chứng MVP chạy thực tế.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685800" y="251460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914400" y="26791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1508760" y="265176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 &amp; Chọn suất: Duyệt phim Đang chiếu tại Trang chủ/Phim, xem trailer YouTube modal, chọn cụm rạp và suất chiếu.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9"/>
          <p:cNvSpPr/>
          <p:nvPr/>
        </p:nvSpPr>
        <p:spPr>
          <a:xfrm>
            <a:off x="685800" y="322776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0"/>
          <p:cNvSpPr/>
          <p:nvPr/>
        </p:nvSpPr>
        <p:spPr>
          <a:xfrm>
            <a:off x="914400" y="33922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1508760" y="336492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ghế &amp; Giữ chỗ 5 phút: Chọn ghế Standard/VIP/Sweetbox trên sơ đồ 164 chỗ; kích hoạt đồng hồ đếm ngược 5 phút chống đặt trùng.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685800" y="394092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914400" y="41058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1508760" y="407808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Thêm combo bắp nước &amp; Áp Voucher: Chọn combo bắp nước, áp mã ưu đãi (BETA10/BETA50/SV20); tự động kiểm tra điều kiện &amp; chiết khấu.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5"/>
          <p:cNvSpPr/>
          <p:nvPr/>
        </p:nvSpPr>
        <p:spPr>
          <a:xfrm>
            <a:off x="685800" y="465444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914400" y="481896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7"/>
          <p:cNvSpPr/>
          <p:nvPr/>
        </p:nvSpPr>
        <p:spPr>
          <a:xfrm>
            <a:off x="1508760" y="479160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Xác nhận &amp; Xuất vé QR: Điền thông tin, thanh toán mô phỏng thành công; nhận ngay Vé điện tử tích hợp mã QR Code check-in.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8001000" y="27889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900" b="1" u="none" spc="-201" strike="noStrike">
                <a:solidFill>
                  <a:srgbClr val="E51D2A"/>
                </a:solidFill>
                <a:effectLst/>
                <a:uFillTx/>
                <a:latin typeface="Arial"/>
              </a:rPr>
              <a:t>3–5</a:t>
            </a:r>
            <a:endParaRPr lang="en-US" sz="5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10241280" y="349308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171923"/>
                </a:solidFill>
                <a:effectLst/>
                <a:uFillTx/>
                <a:latin typeface="Arial"/>
              </a:rPr>
              <a:t>PHÚT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ard Demo Right"/>
          <p:cNvSpPr/>
          <p:nvPr/>
        </p:nvSpPr>
        <p:spPr>
          <a:xfrm>
            <a:off x="7560000" y="3852000"/>
            <a:ext cx="3960000" cy="198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1"/>
          <p:cNvSpPr/>
          <p:nvPr/>
        </p:nvSpPr>
        <p:spPr>
          <a:xfrm>
            <a:off x="7704000" y="3924000"/>
            <a:ext cx="3672000" cy="180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CHỨC NĂNG NỔI BẬT DEMO THÊM: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• Trang Thành Viên: Trải nghiệm thẻ 3D interactive, xem điểm thưởng tích lũy và đổi voucher trực tiếp.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• Cổng Admin: Đăng nhập quản trị, xem Dashboard KPI doanh thu và quét mã QR vé vừa tạo để xác nhận Check-in.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CHỨNG MINH MVP THỰC SỰ CHẠY: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• 100% 56/56 automated test cases PASS (Auth, Booking, Timer 5p, Vouchers, Points, Error 400/404).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• Build MPA nhanh ~744ms, server Bun &amp; Vite chạy ổn định mượt mà.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TEAM &amp; GIT     06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06 · TEAM &amp;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Phân công nhiệm vụ rõ ràng, quản lý mã nguồn chặt chẽ và định hướng phát triển.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594360" y="2423160"/>
            <a:ext cx="5531760" cy="34920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813960" y="262440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AI LÀM GÌ &amp; ĐÓNG GÓP TỪNG THÀNH VIÊN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1115640" y="309060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Nguyễn Văn Trọng — Leader &amp; Architect: Thiết kế cấu trúc 14 trang MPA, Router &amp; REST API json-server, Bun runtime, tối ưu build &amp; Vercel deployment.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0"/>
          <p:cNvSpPr/>
          <p:nvPr/>
        </p:nvSpPr>
        <p:spPr>
          <a:xfrm>
            <a:off x="83196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1115640" y="382212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Vũ Tiến Lập — Frontend &amp; QA Lead: Phát triển module Checkout, combo bắp nước, bảng giá vé (pricing), tin tức (news), Cụm rạp (cinemas), bộ kiểm thử tự động 56 use cases.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83196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1115640" y="455364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Phạm Anh Duy — Feature Lead &amp; Integrator: Sơ đồ 164 ghế &amp; đếm ngược giữ ghế 5 phút, hệ thống Voucher giảm giá, Trang Thành Viên thẻ 3D, Cổng Admin &amp; Soát vé QR.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914400" y="5166360"/>
            <a:ext cx="1554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GitHub repository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914400" y="5413320"/>
            <a:ext cx="475452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sng" strike="noStrike">
                <a:solidFill>
                  <a:srgbClr val="E51D2A"/>
                </a:solidFill>
                <a:effectLst/>
                <a:uFillTx/>
                <a:latin typeface="Arial"/>
                <a:hlinkClick r:id="rId1"/>
              </a:rPr>
              <a:t>github.com/AsakiYuki/web2064-fa26</a:t>
            </a: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 (Conventional Commits, 100% mã nguồn)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6"/>
          <p:cNvSpPr/>
          <p:nvPr/>
        </p:nvSpPr>
        <p:spPr>
          <a:xfrm>
            <a:off x="6355080" y="2423160"/>
            <a:ext cx="5230080" cy="34920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6574680" y="2624400"/>
            <a:ext cx="479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 LỚN NHẤT &amp; CÁCH GIẢI QUYẾT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65926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6876360" y="3090600"/>
            <a:ext cx="44528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 lớn nhất: Đồng bộ trạng thái giữ ghế thời gian thực (5-min hold) và dữ liệu đơn vé giữa REST API json-server, client LocalStorage và môi trường Serverless (Vercel read-only filesystem).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0"/>
          <p:cNvSpPr/>
          <p:nvPr/>
        </p:nvSpPr>
        <p:spPr>
          <a:xfrm>
            <a:off x="659268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1"/>
          <p:cNvSpPr/>
          <p:nvPr/>
        </p:nvSpPr>
        <p:spPr>
          <a:xfrm>
            <a:off x="6876360" y="3822120"/>
            <a:ext cx="44528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Cách giải quyết: Thiết kế kiến trúc Hybrid Storage (api.js + storage.js) tự động chuyển đổi linh hoạt kèm cơ chế sao chép cơ sở dữ liệu tạm vào thư mục /tmp trên Vercel.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itle Next Steps"/>
          <p:cNvSpPr/>
          <p:nvPr/>
        </p:nvSpPr>
        <p:spPr>
          <a:xfrm>
            <a:off x="6574680" y="4500000"/>
            <a:ext cx="47912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KẾ HOẠCH GIAI ĐOẠN TIẾP THEO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Body Next Steps"/>
          <p:cNvSpPr/>
          <p:nvPr/>
        </p:nvSpPr>
        <p:spPr>
          <a:xfrm>
            <a:off x="6574680" y="4770000"/>
            <a:ext cx="4791240" cy="9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Tích hợp cổng thanh toán trực tiếp qua Webhook thực tế từ VNPAY / MoMo merchant.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Phát triển ứng dụng di động đa nền tảng (PWA / Mobile App) và tự động gửi vé qua Zalo ZNS / SMS.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Nâng cấp hệ thống Admin: Quản lý động sơ đồ phòng chiếu và thiết lập chiến dịch ưu đãi theo khung giờ vàng.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LibreOffice/26.2.1.2$Linux_X86_64 LibreOffice_project/620$Build-2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2026-10-01T12:08:08Z</dcterms:created>
  <dc:creator>WEB2064</dc:creator>
  <dc:description/>
  <dc:language>en-US</dc:language>
  <cp:lastModifiedBy/>
  <dcterms:modified xsi:type="dcterms:W3CDTF">2026-10-02T10:56:45Z</dcterms:modified>
  <cp:revision>4</cp:revision>
  <dc:subject>Website đặt vé xem phim</dc:subject>
  <dc:title>Beta Cinemas — Thuyết trình dự án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