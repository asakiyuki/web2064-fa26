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7054B58-AE63-4F59-A05C-CCBCA8D9D6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5D649E-FC69-459C-ABC6-DB76534546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62E64F-DE60-4A52-8CA6-865C846D38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E47189-F45F-4D9B-8903-6415E7D57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FCFB95-A8AF-4AC1-90E5-96C1875165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6E2C87-48F8-4010-96A2-5CA6553EF4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B52EBD-B0D3-4F96-A12A-95F0A5E136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hyperlink" Target="https://github.com/AsakiYuki/web2064-fa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PROJECT     01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85800" y="1234440"/>
            <a:ext cx="6400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PROJECT · WEBSITE ĐẶT VÉ XEM PHIM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645920"/>
            <a:ext cx="8869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Beta Cinemas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gọn. Đi xem vui.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85800" y="33375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55B67"/>
                </a:solidFill>
                <a:effectLst/>
                <a:uFillTx/>
                <a:latin typeface="Arial"/>
              </a:rPr>
              <a:t>Giúp khán giả tra cứu phim, lịch chiếu và đặt vé trực tuyến trong một trải nghiệm liền mạch.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8580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83196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VẤN ĐỀ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83196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 cứu, chọn suất và đặt vé còn rời rạc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438912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453528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ĐỐI TƯỢNG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2"/>
          <p:cNvSpPr/>
          <p:nvPr/>
        </p:nvSpPr>
        <p:spPr>
          <a:xfrm>
            <a:off x="453528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Khán giả xem phim · nhân viên quản trị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9244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23860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NHÓM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823860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· Vũ Tiến Lập · Phạm Anh Duy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CHỨC NĂNG CHÍNH     02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02 · CHỨC NĂNG CHÍNH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Những gì nhóm đã xây dựng.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59436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77724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77724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phim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77724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Phim đang chiếu, sắp chiếu, suất đặc biệt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432504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450792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450792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Tìm kiếm &amp; lọc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450792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Tên, thể loại, định dạng, độ tuổi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805572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823860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823860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823860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Chọn cụm rạp, ngày và suất chiếu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8"/>
          <p:cNvSpPr/>
          <p:nvPr/>
        </p:nvSpPr>
        <p:spPr>
          <a:xfrm>
            <a:off x="59436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77724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0"/>
          <p:cNvSpPr/>
          <p:nvPr/>
        </p:nvSpPr>
        <p:spPr>
          <a:xfrm>
            <a:off x="77724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ghế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1"/>
          <p:cNvSpPr/>
          <p:nvPr/>
        </p:nvSpPr>
        <p:spPr>
          <a:xfrm>
            <a:off x="77724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Standard, VIP, ghế đôi; giữ ghế 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2"/>
          <p:cNvSpPr/>
          <p:nvPr/>
        </p:nvSpPr>
        <p:spPr>
          <a:xfrm>
            <a:off x="432504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3"/>
          <p:cNvSpPr/>
          <p:nvPr/>
        </p:nvSpPr>
        <p:spPr>
          <a:xfrm>
            <a:off x="450792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450792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Combo &amp; voucher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5"/>
          <p:cNvSpPr/>
          <p:nvPr/>
        </p:nvSpPr>
        <p:spPr>
          <a:xfrm>
            <a:off x="450792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Chọn đồ ăn, áp mã, tính lại tổng tiền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6"/>
          <p:cNvSpPr/>
          <p:nvPr/>
        </p:nvSpPr>
        <p:spPr>
          <a:xfrm>
            <a:off x="805572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7"/>
          <p:cNvSpPr/>
          <p:nvPr/>
        </p:nvSpPr>
        <p:spPr>
          <a:xfrm>
            <a:off x="823860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8"/>
          <p:cNvSpPr/>
          <p:nvPr/>
        </p:nvSpPr>
        <p:spPr>
          <a:xfrm>
            <a:off x="823860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&amp; vé QR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9"/>
          <p:cNvSpPr/>
          <p:nvPr/>
        </p:nvSpPr>
        <p:spPr>
          <a:xfrm>
            <a:off x="823860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Thanh toán mô phỏng, xuất vé điện tử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594360" y="54316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777240" y="558684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2"/>
          <p:cNvSpPr/>
          <p:nvPr/>
        </p:nvSpPr>
        <p:spPr>
          <a:xfrm>
            <a:off x="777240" y="590688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Tài khoản &amp; Admin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3"/>
          <p:cNvSpPr/>
          <p:nvPr/>
        </p:nvSpPr>
        <p:spPr>
          <a:xfrm>
            <a:off x="777240" y="62546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Hồ sơ, lịch sử vé, quản trị nội dung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MVP     03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03 · MVP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Hoàn thành 100% chức năng MVP &amp; tích hợp Backend.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594360" y="2423160"/>
            <a:ext cx="5348880" cy="3245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813960" y="262440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ĐÃ HOÀN THÀNH (MVP &amp; BACKEND)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1115640" y="3090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phá, tìm kiếm, lọc, chi tiết phim &amp; trailer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0"/>
          <p:cNvSpPr/>
          <p:nvPr/>
        </p:nvSpPr>
        <p:spPr>
          <a:xfrm>
            <a:off x="831960" y="35388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1115640" y="3538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chiếu, sơ đồ chọn ghế, đồng hồ giữ ghế 5 phút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831960" y="3986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1115640" y="39866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Combo bắp nước, mã giảm giá voucher, thanh toán mô phỏng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831960" y="44348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1115640" y="4434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Vé điện tử QR code, quản lý hồ sơ và lịch sử đặt vé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831960" y="48830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1115640" y="48830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Backend json-server: Full CRUD phim, lịch chiếu, combo, đơn vé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8"/>
          <p:cNvSpPr/>
          <p:nvPr/>
        </p:nvSpPr>
        <p:spPr>
          <a:xfrm>
            <a:off x="6236280" y="2423160"/>
            <a:ext cx="5348880" cy="3245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6455520" y="262440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ĐÃ TÍCH HỢP &amp; GIAI ĐOẠN TIẾP THEO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64738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6757560" y="3090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json-server-auth: Đăng ký, Đăng nhập (email/SĐT), cấp JWT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6473880" y="360288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6757560" y="36028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Bun Runtime: Tối ưu hóa tốc độ build và thực thi cực nhanh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6473880" y="41148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6757560" y="4114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Kiểm thử toàn diện: Bộ test tự động 26/26 use case đạt 100% PASS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6"/>
          <p:cNvSpPr/>
          <p:nvPr/>
        </p:nvSpPr>
        <p:spPr>
          <a:xfrm>
            <a:off x="6473880" y="46267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6757560" y="46267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Tiếp theo: Tích hợp cổng thanh toán Sandbox thực tế (VNPAY/MoMo)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8"/>
          <p:cNvSpPr/>
          <p:nvPr/>
        </p:nvSpPr>
        <p:spPr>
          <a:xfrm>
            <a:off x="658440" y="5870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Toàn bộ đầu việc đã hoàn thành xuất sắc và refactor thành công sang json-server + json-server-auth trên Bun.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SOLUTION     04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04 · SOLUTION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Kiến trúc kết hợp Vite MPA, json-server CRUD và json-server-auth.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6"/>
          <p:cNvSpPr/>
          <p:nvPr/>
        </p:nvSpPr>
        <p:spPr>
          <a:xfrm>
            <a:off x="68580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7"/>
          <p:cNvSpPr/>
          <p:nvPr/>
        </p:nvSpPr>
        <p:spPr>
          <a:xfrm>
            <a:off x="81396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HTML5 / SCSS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81396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Giao diện đa trang (MPA), responsive Mobile/PC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277056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289872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Vanilla JS &amp; Bun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289872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Module tương tác luồng đặt vé, chạy trên Bun siêu tốc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2"/>
          <p:cNvSpPr/>
          <p:nvPr/>
        </p:nvSpPr>
        <p:spPr>
          <a:xfrm>
            <a:off x="68580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81396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81396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REST API CRUD: phim, lịch chiếu, combo, đơn vé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277056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289872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json-server-auth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289872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Auth JWT token, mã hóa bcrypt, đăng nhập Email/SĐT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0"/>
          <p:cNvSpPr/>
          <p:nvPr/>
        </p:nvSpPr>
        <p:spPr>
          <a:xfrm>
            <a:off x="5074920" y="25419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MODULES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1"/>
          <p:cNvSpPr/>
          <p:nvPr/>
        </p:nvSpPr>
        <p:spPr>
          <a:xfrm>
            <a:off x="5074920" y="28072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Home · movies · movie detail · schedule · booking · checkout · profile · admin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2"/>
          <p:cNvSpPr/>
          <p:nvPr/>
        </p:nvSpPr>
        <p:spPr>
          <a:xfrm>
            <a:off x="5074920" y="33922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3"/>
          <p:cNvSpPr/>
          <p:nvPr/>
        </p:nvSpPr>
        <p:spPr>
          <a:xfrm>
            <a:off x="5074920" y="35751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DATA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4"/>
          <p:cNvSpPr/>
          <p:nvPr/>
        </p:nvSpPr>
        <p:spPr>
          <a:xfrm>
            <a:off x="5074920" y="38404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db.json tập trung: movies · cinemas · showtimes · concessions · bookings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5"/>
          <p:cNvSpPr/>
          <p:nvPr/>
        </p:nvSpPr>
        <p:spPr>
          <a:xfrm>
            <a:off x="5074920" y="44254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6"/>
          <p:cNvSpPr/>
          <p:nvPr/>
        </p:nvSpPr>
        <p:spPr>
          <a:xfrm>
            <a:off x="5074920" y="460872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LOGIN / ADMIN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"/>
          <p:cNvSpPr/>
          <p:nvPr/>
        </p:nvSpPr>
        <p:spPr>
          <a:xfrm>
            <a:off x="5074920" y="48736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Xác thực JWT token, phiên làm việc an toàn. Admin Full CRUD đồng bộ REST API và thống kê doanh thu.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8"/>
          <p:cNvSpPr/>
          <p:nvPr/>
        </p:nvSpPr>
        <p:spPr>
          <a:xfrm>
            <a:off x="5074920" y="54586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DEMO     05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05 · DEMO · HAPPY PATH 3–5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Chọn phim → chọn ghế → nhận vé QR.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6"/>
          <p:cNvSpPr/>
          <p:nvPr/>
        </p:nvSpPr>
        <p:spPr>
          <a:xfrm>
            <a:off x="685800" y="251460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914400" y="2679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1508760" y="265176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phim đang chiếu và suất chiếu tại rạp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685800" y="322776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914400" y="33922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1"/>
          <p:cNvSpPr/>
          <p:nvPr/>
        </p:nvSpPr>
        <p:spPr>
          <a:xfrm>
            <a:off x="1508760" y="336492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ghế; đồng hồ giữ ghế bắt đầu đếm ngược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2"/>
          <p:cNvSpPr/>
          <p:nvPr/>
        </p:nvSpPr>
        <p:spPr>
          <a:xfrm>
            <a:off x="685800" y="394092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914400" y="41058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1508760" y="407808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Thêm combo, nhập voucher; kiểm tra tổng tiền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5"/>
          <p:cNvSpPr/>
          <p:nvPr/>
        </p:nvSpPr>
        <p:spPr>
          <a:xfrm>
            <a:off x="685800" y="465444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6"/>
          <p:cNvSpPr/>
          <p:nvPr/>
        </p:nvSpPr>
        <p:spPr>
          <a:xfrm>
            <a:off x="914400" y="4818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7"/>
          <p:cNvSpPr/>
          <p:nvPr/>
        </p:nvSpPr>
        <p:spPr>
          <a:xfrm>
            <a:off x="1508760" y="479160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Xác nhận thanh toán mô phỏng, mở vé điện tử QR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8001000" y="27889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900" b="1" u="none" spc="-201" strike="noStrike">
                <a:solidFill>
                  <a:srgbClr val="E51D2A"/>
                </a:solidFill>
                <a:effectLst/>
                <a:uFillTx/>
                <a:latin typeface="Arial"/>
              </a:rPr>
              <a:t>3–5</a:t>
            </a:r>
            <a:endParaRPr lang="en-US" sz="5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10241280" y="349308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171923"/>
                </a:solidFill>
                <a:effectLst/>
                <a:uFillTx/>
                <a:latin typeface="Arial"/>
              </a:rPr>
              <a:t>PHÚT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0"/>
          <p:cNvSpPr/>
          <p:nvPr/>
        </p:nvSpPr>
        <p:spPr>
          <a:xfrm>
            <a:off x="8046720" y="4114800"/>
            <a:ext cx="3382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Điểm nhấn nếu còn thời gian: lọc phim hoặc đổi số lượng ghế/combo để thấy tổng tiền cập nhật. Kết thúc ở vé QR để chứng minh luồng MVP chạy xuyên suốt.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TEAM &amp; GIT     06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06 · TEAM &amp;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Phân công theo module, cùng hoàn thiện MVP.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6"/>
          <p:cNvSpPr/>
          <p:nvPr/>
        </p:nvSpPr>
        <p:spPr>
          <a:xfrm>
            <a:off x="594360" y="2423160"/>
            <a:ext cx="5531760" cy="3382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813960" y="262440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THÀNH VIÊN &amp; ĐÓNG GÓP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1115640" y="309060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— UI chính, phim/lịch/ghế, JSON &amp; localStorage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0"/>
          <p:cNvSpPr/>
          <p:nvPr/>
        </p:nvSpPr>
        <p:spPr>
          <a:xfrm>
            <a:off x="83196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1"/>
          <p:cNvSpPr/>
          <p:nvPr/>
        </p:nvSpPr>
        <p:spPr>
          <a:xfrm>
            <a:off x="1115640" y="382212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Vũ Tiến Lập — checkout, combo, hồ sơ, Admin, kiểm thử, GitHub Pages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83196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3"/>
          <p:cNvSpPr/>
          <p:nvPr/>
        </p:nvSpPr>
        <p:spPr>
          <a:xfrm>
            <a:off x="1115640" y="455364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Phạm Anh Duy — voucher, booking, thanh toán mô phỏng, vé QR, auth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914400" y="5166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GitHub repository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5">
            <a:hlinkClick r:id="rId1"/>
          </p:cNvPr>
          <p:cNvSpPr/>
          <p:nvPr/>
        </p:nvSpPr>
        <p:spPr>
          <a:xfrm>
            <a:off x="914400" y="5413320"/>
            <a:ext cx="4754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sng" strike="noStrike">
                <a:solidFill>
                  <a:srgbClr val="E51D2A"/>
                </a:solidFill>
                <a:effectLst/>
                <a:uFillTx/>
                <a:latin typeface="Arial"/>
                <a:hlinkClick r:id="rId2"/>
              </a:rPr>
              <a:t>github.com/AsakiYuki/web2064-fa26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6"/>
          <p:cNvSpPr/>
          <p:nvPr/>
        </p:nvSpPr>
        <p:spPr>
          <a:xfrm>
            <a:off x="6355080" y="2423160"/>
            <a:ext cx="5230080" cy="3382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6574680" y="2624400"/>
            <a:ext cx="479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 &amp; KẾT QUẢ ĐẠT ĐƯỢC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8"/>
          <p:cNvSpPr/>
          <p:nvPr/>
        </p:nvSpPr>
        <p:spPr>
          <a:xfrm>
            <a:off x="65926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9"/>
          <p:cNvSpPr/>
          <p:nvPr/>
        </p:nvSpPr>
        <p:spPr>
          <a:xfrm>
            <a:off x="6876360" y="309060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khăn: Đồng bộ trạng thái real-time giữa REST API json-server và giao diện phía client.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0"/>
          <p:cNvSpPr/>
          <p:nvPr/>
        </p:nvSpPr>
        <p:spPr>
          <a:xfrm>
            <a:off x="659268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1"/>
          <p:cNvSpPr/>
          <p:nvPr/>
        </p:nvSpPr>
        <p:spPr>
          <a:xfrm>
            <a:off x="6876360" y="382212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Cách xử lý: Xây dựng module api.js kết hợp storage.js làm cầu nối cache và xác thực Bearer token.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2"/>
          <p:cNvSpPr/>
          <p:nvPr/>
        </p:nvSpPr>
        <p:spPr>
          <a:xfrm>
            <a:off x="659268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3"/>
          <p:cNvSpPr/>
          <p:nvPr/>
        </p:nvSpPr>
        <p:spPr>
          <a:xfrm>
            <a:off x="6876360" y="455364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Kết quả: Hoàn thành 100% backlog, tích hợp json-server + auth, vượt qua 26/26 use case tests.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2026-10-01T12:08:08Z</dcterms:created>
  <dc:creator>WEB2064</dc:creator>
  <dc:description/>
  <dc:language>en-US</dc:language>
  <cp:lastModifiedBy/>
  <dcterms:modified xsi:type="dcterms:W3CDTF">2026-10-02T09:16:39Z</dcterms:modified>
  <cp:revision>2</cp:revision>
  <dc:subject>Website đặt vé xem phim</dc:subject>
  <dc:title>Beta Cinemas — Thuyết trình dự án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